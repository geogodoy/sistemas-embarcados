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5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F8B75-E3AB-4047-BDDC-19AF3D884936}" type="datetimeFigureOut">
              <a:rPr lang="pt-BR" smtClean="0"/>
              <a:t>13/03/2019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77DCC-8546-4B6A-A3F1-365544108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4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B4975-DB15-41F5-A12C-2C6C5E6F48B7}" type="datetime1">
              <a:rPr lang="pt-BR" smtClean="0"/>
              <a:t>13/03/2019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54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6499E-2E23-4B96-9983-8B846B733A4F}" type="datetime1">
              <a:rPr lang="pt-BR" smtClean="0"/>
              <a:t>13/03/2019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39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C294A-52C6-4123-9446-05337EC63E1F}" type="datetime1">
              <a:rPr lang="pt-BR" smtClean="0"/>
              <a:t>13/03/2019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37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70CD-729F-4D89-AA80-D20B6199FA19}" type="datetime1">
              <a:rPr lang="pt-BR" smtClean="0"/>
              <a:t>13/03/2019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75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E6FC2-10BA-449D-8AE0-4EA9FA4198F7}" type="datetime1">
              <a:rPr lang="pt-BR" smtClean="0"/>
              <a:t>13/03/2019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23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851F-3DFE-4CF0-97B6-792AD93416FC}" type="datetime1">
              <a:rPr lang="pt-BR" smtClean="0"/>
              <a:t>13/03/2019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86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2B1D0-EA38-4A1A-8E84-7E56606B6A19}" type="datetime1">
              <a:rPr lang="pt-BR" smtClean="0"/>
              <a:t>13/03/2019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96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3A2D87C-44DE-47B6-BDFD-1D35F03632CE}" type="datetime1">
              <a:rPr lang="pt-BR" smtClean="0"/>
              <a:t>13/03/2019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0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3036A-4A2B-4ABF-9AF4-18B1F36BE198}" type="datetime1">
              <a:rPr lang="pt-BR" smtClean="0"/>
              <a:t>13/03/2019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21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2D7A-5E0F-41C4-8D9A-69782E00A520}" type="datetime1">
              <a:rPr lang="pt-BR" smtClean="0"/>
              <a:t>13/03/2019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22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C2BE7-2420-41BD-A8C7-26CE022D1C30}" type="datetime1">
              <a:rPr lang="pt-BR" smtClean="0"/>
              <a:t>13/03/2019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223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2A6353B-BA0C-4839-9937-F47298BE6DE8}" type="datetime1">
              <a:rPr lang="pt-BR" smtClean="0"/>
              <a:t>13/03/2019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3DBE9B-E14C-4C48-BC57-15AD7AD32102}" type="slidenum">
              <a:rPr lang="pt-BR" smtClean="0"/>
              <a:t>‹nº›</a:t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0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54083" y="1966795"/>
            <a:ext cx="10058400" cy="325532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 smtClean="0"/>
              <a:t>CRAG</a:t>
            </a:r>
            <a:br>
              <a:rPr lang="pt-BR" dirty="0" smtClean="0"/>
            </a:br>
            <a:r>
              <a:rPr lang="pt-BR" sz="4400" dirty="0" smtClean="0"/>
              <a:t>(</a:t>
            </a:r>
            <a:r>
              <a:rPr lang="pt-BR" sz="4400" dirty="0" err="1" smtClean="0"/>
              <a:t>control</a:t>
            </a:r>
            <a:r>
              <a:rPr lang="pt-BR" sz="4400" dirty="0" smtClean="0"/>
              <a:t> </a:t>
            </a:r>
            <a:r>
              <a:rPr lang="pt-BR" sz="4400" dirty="0" err="1" smtClean="0"/>
              <a:t>robot</a:t>
            </a:r>
            <a:r>
              <a:rPr lang="pt-BR" sz="4400" dirty="0" smtClean="0"/>
              <a:t> </a:t>
            </a:r>
            <a:r>
              <a:rPr lang="pt-BR" sz="4400" dirty="0" err="1" smtClean="0"/>
              <a:t>arm</a:t>
            </a:r>
            <a:r>
              <a:rPr lang="pt-BR" sz="4400" dirty="0" smtClean="0"/>
              <a:t> </a:t>
            </a:r>
            <a:r>
              <a:rPr lang="pt-BR" sz="4400" dirty="0" err="1" smtClean="0"/>
              <a:t>with</a:t>
            </a:r>
            <a:r>
              <a:rPr lang="pt-BR" sz="4400" dirty="0" smtClean="0"/>
              <a:t> </a:t>
            </a:r>
            <a:r>
              <a:rPr lang="pt-BR" sz="4400" dirty="0" err="1" smtClean="0"/>
              <a:t>gestures</a:t>
            </a:r>
            <a:r>
              <a:rPr lang="pt-BR" sz="4400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 </a:t>
            </a:r>
            <a:r>
              <a:rPr lang="pt-BR" sz="4400" dirty="0" smtClean="0">
                <a:latin typeface="Calibri Light (Títulos)"/>
              </a:rPr>
              <a:t>Controle </a:t>
            </a:r>
            <a:r>
              <a:rPr lang="pt-BR" sz="4400" dirty="0">
                <a:latin typeface="Calibri Light (Títulos)"/>
              </a:rPr>
              <a:t>remoto de um braço </a:t>
            </a:r>
            <a:br>
              <a:rPr lang="pt-BR" sz="4400" dirty="0">
                <a:latin typeface="Calibri Light (Títulos)"/>
              </a:rPr>
            </a:br>
            <a:r>
              <a:rPr lang="pt-BR" sz="4400" dirty="0">
                <a:latin typeface="Calibri Light (Títulos)"/>
              </a:rPr>
              <a:t>robótico com gestos </a:t>
            </a:r>
            <a:r>
              <a:rPr lang="pt-BR" sz="4400" dirty="0" smtClean="0">
                <a:latin typeface="Calibri Light (Títulos)"/>
              </a:rPr>
              <a:t>manuais</a:t>
            </a:r>
            <a:r>
              <a:rPr lang="pt-BR" dirty="0">
                <a:latin typeface="Calibri Light (Títulos)"/>
              </a:rPr>
              <a:t/>
            </a:r>
            <a:br>
              <a:rPr lang="pt-BR" dirty="0">
                <a:latin typeface="Calibri Light (Títulos)"/>
              </a:rPr>
            </a:br>
            <a:r>
              <a:rPr lang="pt-BR" dirty="0" smtClean="0"/>
              <a:t> </a:t>
            </a:r>
            <a:br>
              <a:rPr lang="pt-BR" dirty="0" smtClean="0"/>
            </a:br>
            <a:endParaRPr lang="pt-BR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r"/>
            <a:r>
              <a:rPr lang="pt-BR" dirty="0" smtClean="0"/>
              <a:t>Ana Daniela </a:t>
            </a:r>
            <a:r>
              <a:rPr lang="pt-BR" dirty="0" err="1" smtClean="0"/>
              <a:t>kaluzny</a:t>
            </a:r>
            <a:endParaRPr lang="pt-BR" dirty="0" smtClean="0"/>
          </a:p>
          <a:p>
            <a:pPr algn="r"/>
            <a:r>
              <a:rPr lang="pt-BR" dirty="0" smtClean="0"/>
              <a:t>Carla Cardozo da silva</a:t>
            </a:r>
          </a:p>
          <a:p>
            <a:pPr algn="r"/>
            <a:r>
              <a:rPr lang="pt-BR" dirty="0" smtClean="0"/>
              <a:t>Geovana Godoy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47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72589" y="1013967"/>
            <a:ext cx="10058400" cy="1372095"/>
          </a:xfrm>
        </p:spPr>
        <p:txBody>
          <a:bodyPr/>
          <a:lstStyle/>
          <a:p>
            <a:r>
              <a:rPr lang="pt-BR" dirty="0" smtClean="0"/>
              <a:t>Por que e o </a:t>
            </a:r>
            <a:r>
              <a:rPr lang="pt-BR" dirty="0"/>
              <a:t>que é o </a:t>
            </a:r>
            <a:r>
              <a:rPr lang="pt-BR" dirty="0" smtClean="0"/>
              <a:t>CRAG?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972589" y="1835343"/>
            <a:ext cx="5818909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Atividades perigosas e difícil acesso;</a:t>
            </a:r>
          </a:p>
          <a:p>
            <a:pPr marL="0" indent="0">
              <a:buNone/>
            </a:pPr>
            <a:endParaRPr lang="pt-BR" sz="2200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 Auxiliador de tarefas: das quais podem variar sua complexidade ou gravidade</a:t>
            </a:r>
            <a:r>
              <a:rPr lang="pt-BR" sz="2200" dirty="0"/>
              <a:t>.</a:t>
            </a:r>
            <a:endParaRPr lang="pt-BR" sz="2200" dirty="0" smtClean="0"/>
          </a:p>
          <a:p>
            <a:pPr marL="201168" lvl="1" indent="0">
              <a:buNone/>
            </a:pPr>
            <a:endParaRPr lang="pt-BR" dirty="0" smtClean="0"/>
          </a:p>
          <a:p>
            <a:pPr>
              <a:buFont typeface="Wingdings" panose="05000000000000000000" pitchFamily="2" charset="2"/>
              <a:buChar char="§"/>
            </a:pPr>
            <a:endParaRPr lang="pt-BR" dirty="0" smtClean="0"/>
          </a:p>
          <a:p>
            <a:pPr lvl="1">
              <a:buFont typeface="Wingdings" panose="05000000000000000000" pitchFamily="2" charset="2"/>
              <a:buChar char="§"/>
            </a:pPr>
            <a:endParaRPr lang="pt-BR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110" y="1835343"/>
            <a:ext cx="3674879" cy="2392074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406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funciona?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6062056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Usabilidade </a:t>
            </a:r>
            <a:r>
              <a:rPr lang="pt-BR" sz="2200" dirty="0"/>
              <a:t>do </a:t>
            </a:r>
            <a:r>
              <a:rPr lang="pt-BR" sz="2200" dirty="0" smtClean="0"/>
              <a:t>CRAG </a:t>
            </a:r>
            <a:r>
              <a:rPr lang="pt-BR" sz="2200" dirty="0"/>
              <a:t>é bem </a:t>
            </a:r>
            <a:r>
              <a:rPr lang="pt-BR" sz="2200" dirty="0" smtClean="0"/>
              <a:t>simples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t-BR" sz="2200" dirty="0" smtClean="0"/>
              <a:t>A partir de gestos manuais controlamos os movimentos que ele irá executar.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Tecnicamente falando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pt-BR" sz="2200" dirty="0" smtClean="0"/>
              <a:t> </a:t>
            </a:r>
            <a:r>
              <a:rPr lang="pt-BR" sz="2200" dirty="0"/>
              <a:t>A</a:t>
            </a:r>
            <a:r>
              <a:rPr lang="pt-BR" sz="2200" dirty="0" smtClean="0"/>
              <a:t>través dos gestos, o sensor capta as coordenadas da mão no plano cartesiano em tempo real e transmite para a </a:t>
            </a:r>
            <a:r>
              <a:rPr lang="pt-BR" sz="2200" dirty="0" err="1" smtClean="0"/>
              <a:t>raspberry</a:t>
            </a:r>
            <a:r>
              <a:rPr lang="pt-BR" sz="2200" dirty="0" smtClean="0"/>
              <a:t> </a:t>
            </a:r>
            <a:r>
              <a:rPr lang="pt-BR" sz="2200" dirty="0" err="1" smtClean="0"/>
              <a:t>pi</a:t>
            </a:r>
            <a:r>
              <a:rPr lang="pt-BR" sz="2200" dirty="0" smtClean="0"/>
              <a:t>, que processa e envia através do </a:t>
            </a:r>
            <a:r>
              <a:rPr lang="pt-BR" sz="2200" dirty="0" err="1" smtClean="0"/>
              <a:t>wi-fi</a:t>
            </a:r>
            <a:r>
              <a:rPr lang="pt-BR" sz="2200" dirty="0" smtClean="0"/>
              <a:t> para o CRAG.</a:t>
            </a:r>
            <a:endParaRPr lang="pt-BR" sz="2200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480" y="1845734"/>
            <a:ext cx="3697200" cy="2772900"/>
          </a:xfrm>
          <a:prstGeom prst="rect">
            <a:avLst/>
          </a:prstGeom>
        </p:spPr>
      </p:pic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16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Materiais e ferramentas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sz="2200" dirty="0" err="1"/>
              <a:t>R</a:t>
            </a:r>
            <a:r>
              <a:rPr lang="pt-BR" sz="2200" dirty="0" err="1" smtClean="0"/>
              <a:t>aspberry</a:t>
            </a:r>
            <a:r>
              <a:rPr lang="pt-BR" sz="2200" dirty="0" smtClean="0"/>
              <a:t> </a:t>
            </a:r>
            <a:r>
              <a:rPr lang="pt-BR" sz="2200" dirty="0" err="1" smtClean="0"/>
              <a:t>pi</a:t>
            </a:r>
            <a:r>
              <a:rPr lang="pt-BR" sz="2200" dirty="0" smtClean="0"/>
              <a:t> 3 </a:t>
            </a:r>
            <a:r>
              <a:rPr lang="pt-BR" sz="2200" dirty="0" smtClean="0"/>
              <a:t>(com </a:t>
            </a:r>
            <a:r>
              <a:rPr lang="pt-BR" sz="2200" dirty="0" err="1" smtClean="0"/>
              <a:t>wi-fi</a:t>
            </a:r>
            <a:r>
              <a:rPr lang="pt-BR" sz="2200" dirty="0" smtClean="0"/>
              <a:t>);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Sensor de gestos;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Braço </a:t>
            </a:r>
            <a:r>
              <a:rPr lang="pt-BR" sz="2200" dirty="0" smtClean="0"/>
              <a:t>robótico;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2200" dirty="0" smtClean="0"/>
              <a:t>Linguagem Python.</a:t>
            </a:r>
          </a:p>
          <a:p>
            <a:pPr>
              <a:buFont typeface="Wingdings" panose="05000000000000000000" pitchFamily="2" charset="2"/>
              <a:buChar char="q"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180" y="1845734"/>
            <a:ext cx="4762500" cy="20288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19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Futuras implementações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Estrutura móvel para o CRAG se movimentar;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Câmera </a:t>
            </a:r>
            <a:r>
              <a:rPr lang="pt-BR" dirty="0" err="1"/>
              <a:t>raspberry</a:t>
            </a:r>
            <a:r>
              <a:rPr lang="pt-BR" dirty="0"/>
              <a:t> que auxilia o controle remoto do </a:t>
            </a:r>
            <a:r>
              <a:rPr lang="pt-BR" dirty="0" smtClean="0"/>
              <a:t>braço;</a:t>
            </a:r>
          </a:p>
          <a:p>
            <a:pPr marL="0" indent="0">
              <a:buNone/>
            </a:pPr>
            <a:endParaRPr lang="pt-BR" dirty="0"/>
          </a:p>
          <a:p>
            <a:pPr>
              <a:buFont typeface="Wingdings" panose="05000000000000000000" pitchFamily="2" charset="2"/>
              <a:buChar char="q"/>
            </a:pPr>
            <a:r>
              <a:rPr lang="pt-BR" dirty="0" smtClean="0"/>
              <a:t>Inteligência Artificial para interagir com o usuário.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070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DBE9B-E14C-4C48-BC57-15AD7AD32102}" type="slidenum">
              <a:rPr lang="pt-BR" smtClean="0"/>
              <a:t>6</a:t>
            </a:fld>
            <a:endParaRPr lang="pt-BR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780" y="1045029"/>
            <a:ext cx="6066387" cy="4449494"/>
          </a:xfrm>
        </p:spPr>
      </p:pic>
    </p:spTree>
    <p:extLst>
      <p:ext uri="{BB962C8B-B14F-4D97-AF65-F5344CB8AC3E}">
        <p14:creationId xmlns:p14="http://schemas.microsoft.com/office/powerpoint/2010/main" val="146986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1810</TotalTime>
  <Words>153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Calibri Light (Títulos)</vt:lpstr>
      <vt:lpstr>Wingdings</vt:lpstr>
      <vt:lpstr>Retrospectiva</vt:lpstr>
      <vt:lpstr>CRAG (control robot arm with gestures)  Controle remoto de um braço  robótico com gestos manuais   </vt:lpstr>
      <vt:lpstr>Por que e o que é o CRAG? </vt:lpstr>
      <vt:lpstr>Como funciona?</vt:lpstr>
      <vt:lpstr>Materiais e ferramentas</vt:lpstr>
      <vt:lpstr>Futuras implementações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Geovana Godoy Viana</dc:creator>
  <cp:lastModifiedBy>Usuário do Windows</cp:lastModifiedBy>
  <cp:revision>21</cp:revision>
  <dcterms:created xsi:type="dcterms:W3CDTF">2019-03-07T15:47:23Z</dcterms:created>
  <dcterms:modified xsi:type="dcterms:W3CDTF">2019-03-14T00:18:29Z</dcterms:modified>
</cp:coreProperties>
</file>